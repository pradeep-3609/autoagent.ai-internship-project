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5"/>
  </p:notesMasterIdLst>
  <p:sldIdLst>
    <p:sldId id="483" r:id="rId2"/>
    <p:sldId id="484" r:id="rId3"/>
    <p:sldId id="470" r:id="rId4"/>
    <p:sldId id="478" r:id="rId5"/>
    <p:sldId id="482" r:id="rId6"/>
    <p:sldId id="486" r:id="rId7"/>
    <p:sldId id="488" r:id="rId8"/>
    <p:sldId id="485" r:id="rId9"/>
    <p:sldId id="489" r:id="rId10"/>
    <p:sldId id="490" r:id="rId11"/>
    <p:sldId id="487" r:id="rId12"/>
    <p:sldId id="473" r:id="rId13"/>
    <p:sldId id="468" r:id="rId14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69" d="100"/>
          <a:sy n="69" d="100"/>
        </p:scale>
        <p:origin x="1440" y="3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Arivarasan Selvam , Assistant Professor and Ms. Rahna C M , Assistant Professor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(CSE)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Nagaraja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 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/>
              <a:t>AI Centre of Excellence (Accelerated by NVIDIA)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22924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PRADEEP KUMAR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20241CSE1059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Used: Architecture &amp; Pipeline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Used: Secure Docker Sandbox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Application Demo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Centre of Excellence (Accelerated by NVIDIA)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Industry-oriented training initiative focused on Artificial Intelligence and modern computing.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hands-on learning in AI, Machine Learning, Deep Learning,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AI, and Full-Stack Web Development.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practical exposure through labs, projects, and real-world applications.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equip students with industry-ready technical and problem-solving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&amp; Large Language Models (LLMs)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Agents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Security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smolagents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Qwen 2.5 Coder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(Sandbox Environments)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3779"/>
            <a:ext cx="10515600" cy="4058194"/>
          </a:xfrm>
        </p:spPr>
        <p:txBody>
          <a:bodyPr/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Code Execution: Prevent host system vulnerabilities by executing AI-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code within a restricted Docker sandbox.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Task Completion: Use a Code Agent paradigm to dynamically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and execute Python scripts, avoiding the limitations of rigid JSON tool-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Deployment: Implement 4-bit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quantization to enable running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3B parameter Qwen model efficiently on local consumer GPUs.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852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Used: Architecture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95118"/>
            <a:ext cx="10515600" cy="4058194"/>
          </a:xfrm>
        </p:spPr>
        <p:txBody>
          <a:bodyPr/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Orchestration: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Hugging Face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smolagents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to process natural language prompts and iteratively generate Python solutions.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Pipeline: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Reception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Planning &amp; Code Generation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Sandbox Injection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 (Self-correction via Traceback analysis)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EBF2-3D77-F8E9-ACA4-8A9DAF33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0498-F619-33DB-C41F-033159BE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852"/>
            <a:ext cx="10515600" cy="81924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Used: Secure Docker Sandbox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A033-B17D-3930-11A3-756C61501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118"/>
            <a:ext cx="10515600" cy="4058194"/>
          </a:xfrm>
        </p:spPr>
        <p:txBody>
          <a:bodyPr/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 lightweight python:3.11-slim Docker container using the Docker Python SDK.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Enforced CPU and memory limits (512MB) to prevent resource exhaustion from faulty agent code or infinite loops.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Mounted only explicitly authorized host directories (e.g., the user's Desktop) to allow necessary file manipulation without jeopardizing the overarching system integrity.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EE579-D4AB-4158-7B8D-7A9A1C83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760896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08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Application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732836"/>
            <a:ext cx="10515600" cy="4351338"/>
          </a:xfrm>
        </p:spPr>
        <p:txBody>
          <a:bodyPr/>
          <a:lstStyle/>
          <a:p>
            <a:r>
              <a:rPr lang="en-US" sz="2400" b="1" dirty="0" err="1"/>
              <a:t>Streamlit</a:t>
            </a:r>
            <a:r>
              <a:rPr lang="en-US" sz="2400" b="1" dirty="0"/>
              <a:t> UI: </a:t>
            </a:r>
            <a:r>
              <a:rPr lang="en-US" sz="2400" dirty="0"/>
              <a:t>Developed an interactive dashboard featuring live ANSI-to-HTML execution logs for real-time tracking of the agent's "thought process".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BCEBA7-CF46-EC28-8AD0-A6ECDC7CA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26" y="1503299"/>
            <a:ext cx="8126963" cy="385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56F0-F86C-539E-AFD9-F4D3F83C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0D4D-9AF5-FB36-B5E9-BF363B92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08" y="207309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Application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D5BAC-AF5E-2487-BF32-95517C57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0B5AE-54DB-E1B8-1726-49DB81858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08" y="803620"/>
            <a:ext cx="10515600" cy="4351338"/>
          </a:xfrm>
        </p:spPr>
        <p:txBody>
          <a:bodyPr/>
          <a:lstStyle/>
          <a:p>
            <a:r>
              <a:rPr lang="en-US" sz="2400" b="1" dirty="0"/>
              <a:t>Robust Execution: </a:t>
            </a:r>
            <a:r>
              <a:rPr lang="en-US" sz="2400" dirty="0"/>
              <a:t>The Qwen 2.5 Coder successfully translated complex tasks into standard library Python scripts and effectively self-corrected upon encountering syntax or logic errors.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205D05-48DB-A571-19D5-6D6501E6C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70" y="1865053"/>
            <a:ext cx="8293059" cy="376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58251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ED23-7563-F4D1-EC00-F36853D4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4B5D-9722-B0EB-3AF9-765AA156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08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Application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E61A6-63C8-C785-E5BB-EAFAC793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A68D6-E8C2-0531-FB25-6A88318F9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08" y="732836"/>
            <a:ext cx="10515600" cy="4351338"/>
          </a:xfrm>
        </p:spPr>
        <p:txBody>
          <a:bodyPr/>
          <a:lstStyle/>
          <a:p>
            <a:pPr lvl="0"/>
            <a:r>
              <a:rPr lang="en-US" sz="2400" b="1" dirty="0"/>
              <a:t>Final Result Rendering: </a:t>
            </a:r>
            <a:r>
              <a:rPr lang="en-US" sz="2400" dirty="0"/>
              <a:t>Successful sandbox executions trigger a success badge alongside the parsed output message.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00617C-CD86-17D3-FEA2-A55258EDB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0820"/>
            <a:ext cx="10515599" cy="149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18312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sz="2400" dirty="0"/>
              <a:t>AutoAgent.AI successfully bridges the gap between powerful LLM coding</a:t>
            </a:r>
          </a:p>
          <a:p>
            <a:r>
              <a:rPr lang="en-US" sz="2400" dirty="0"/>
              <a:t>capabilities and secure local execution.</a:t>
            </a:r>
          </a:p>
          <a:p>
            <a:r>
              <a:rPr lang="en-US" sz="2400" dirty="0"/>
              <a:t>Demonstrated that parameter-efficient edge AI, when combined with</a:t>
            </a:r>
          </a:p>
          <a:p>
            <a:r>
              <a:rPr lang="en-US" sz="2400" dirty="0"/>
              <a:t>containerized execution sandboxes, eliminates both operational bottlenecks</a:t>
            </a:r>
          </a:p>
          <a:p>
            <a:r>
              <a:rPr lang="en-US" sz="2400" dirty="0"/>
              <a:t>and severe security risks.</a:t>
            </a:r>
          </a:p>
          <a:p>
            <a:r>
              <a:rPr lang="en-US" sz="2400" dirty="0"/>
              <a:t>Provides a highly scalable foundation that can be easily adapted for future</a:t>
            </a:r>
          </a:p>
          <a:p>
            <a:r>
              <a:rPr lang="en-US" sz="2400" dirty="0"/>
              <a:t>multi-agent corporate workflows and Kubernetes deployments.</a:t>
            </a:r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8744</TotalTime>
  <Words>596</Words>
  <Application>Microsoft Office PowerPoint</Application>
  <PresentationFormat>Widescreen</PresentationFormat>
  <Paragraphs>91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Objectives of the work</vt:lpstr>
      <vt:lpstr>Methodology Used: Architecture &amp; Pipeline</vt:lpstr>
      <vt:lpstr>Methodology Used: Secure Docker Sandbox</vt:lpstr>
      <vt:lpstr>Results &amp; Application Demo</vt:lpstr>
      <vt:lpstr>Results &amp; Application Demo</vt:lpstr>
      <vt:lpstr>Results &amp; Application Demo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PRADEEP KUMAR S</cp:lastModifiedBy>
  <cp:revision>948</cp:revision>
  <cp:lastPrinted>2018-07-24T06:37:20Z</cp:lastPrinted>
  <dcterms:created xsi:type="dcterms:W3CDTF">2018-06-07T04:06:17Z</dcterms:created>
  <dcterms:modified xsi:type="dcterms:W3CDTF">2026-08-08T19:26:55Z</dcterms:modified>
</cp:coreProperties>
</file>